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Gestaltrun Preview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Slide 1 · packaged PPTX viewer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Read-only Office formats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DOCX · XLSX · PPTX</a:t>
            </a:r>
          </a:p>
          <a:p>
            <a:r>
              <a:t>Slide 2 · navigation check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